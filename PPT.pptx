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 SemiBold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38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84894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IoT-Based Pet Health Monitoring and GPS Tracking System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3904357"/>
            <a:ext cx="3743033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4879" y="3961011"/>
            <a:ext cx="41258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LOCATION AND ACTIVITY ANALYSIS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440412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Intelligent continuous monitoring of pet health, location, and activity through wearable IoT devices and cloud connectivity.</a:t>
            </a:r>
            <a:endParaRPr lang="en-US" sz="14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EA28E-6522-D339-848C-61D92E190B69}"/>
              </a:ext>
            </a:extLst>
          </p:cNvPr>
          <p:cNvSpPr txBox="1"/>
          <p:nvPr/>
        </p:nvSpPr>
        <p:spPr>
          <a:xfrm>
            <a:off x="0" y="6211669"/>
            <a:ext cx="2308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VENNALA SAI KISHORE</a:t>
            </a:r>
            <a:br>
              <a:rPr lang="en-IN"/>
            </a:br>
            <a:r>
              <a:rPr lang="en-IN"/>
              <a:t>323129520130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1798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Problem Statement</a:t>
            </a:r>
            <a:endParaRPr lang="en-US" sz="3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401068"/>
            <a:ext cx="2957538" cy="14118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5072" y="1576586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Monitoring Gap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5485072" y="1950740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Difficulty monitoring pet health and activity continuously throughout the day.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942530"/>
            <a:ext cx="2957538" cy="14118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5072" y="3118048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Tracking Challenges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485072" y="3492202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Difficulty tracking pets when outdoors or left unattended in open environments.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483993"/>
            <a:ext cx="2957538" cy="14118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5072" y="4659511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Limited Information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5485072" y="5033665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Traditional tracking methods provide limited health and behavioral information.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9032" y="1401068"/>
            <a:ext cx="2957538" cy="165645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830744" y="1576586"/>
            <a:ext cx="2530312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No Continuous Health Data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8830744" y="2195314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Lack of continuous health and activity monitoring leaves owners uninformed.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9032" y="3187105"/>
            <a:ext cx="2957538" cy="141188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830744" y="3362623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Need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8830744" y="3736777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Growing need for real-time location tracking and health monitoring solutions.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9032" y="4728567"/>
            <a:ext cx="2957538" cy="141188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830744" y="4904085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Safety &amp; Well-Being</a:t>
            </a:r>
            <a:endParaRPr lang="en-US" sz="1500" dirty="0"/>
          </a:p>
        </p:txBody>
      </p:sp>
      <p:sp>
        <p:nvSpPr>
          <p:cNvPr id="21" name="Text 12"/>
          <p:cNvSpPr/>
          <p:nvPr/>
        </p:nvSpPr>
        <p:spPr>
          <a:xfrm>
            <a:off x="8830744" y="5278239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Ensuring pet safety and well-being requires proactive, data-driven approaches.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Wearable IoT Device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Integrated with multiple sensors in a compact, pet-worn form factor for seamless continuous monitoring.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GPS Tracking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geographical location tracking providing accurate, up-to-the-minute pet location data.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Health &amp; Activity Monitoring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monitoring of movement, activity levels, and key health parameters around the clock.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Cloud-Based Platform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Centralized cloud platform with a secure, user-friendly interface for remote pet monitoring.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5650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Objectives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609255"/>
            <a:ext cx="2917851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 pet location in real time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pet activity and movement patterns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important health parameters continuously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Provide remote monitoring capabilities for pet owners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618719" y="2609255"/>
            <a:ext cx="2917851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 unusual situations and anomalies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 alerts and notifications automatically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Improve animal safety and well-being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Support smart pet care management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615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 Components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37122"/>
            <a:ext cx="6951191" cy="39390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43254" y="1230114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8076105" y="1362968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GPS Module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76105" y="1663898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Tracks geographical location of the pet in real time.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43254" y="2071191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076105" y="2204045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Activity Sensors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76105" y="2504976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movement and activity levels continuously.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943254" y="2912269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076105" y="3045123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Heart Rate Sensor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76105" y="3346053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Monitors cardiac health and heart rate.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43254" y="3753346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8076105" y="3886200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Temperature Sensor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76105" y="4187130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Monitors body temperature in real time.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43254" y="4594423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8076105" y="4727277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IoT Communication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76105" y="5028208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Transmits collected sensor data wirelessly.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943254" y="5435501"/>
            <a:ext cx="3593216" cy="747713"/>
          </a:xfrm>
          <a:prstGeom prst="roundRect">
            <a:avLst>
              <a:gd name="adj" fmla="val 2666"/>
            </a:avLst>
          </a:prstGeom>
          <a:solidFill>
            <a:srgbClr val="F2EEEE"/>
          </a:solidFill>
          <a:ln/>
        </p:spPr>
      </p:sp>
      <p:sp>
        <p:nvSpPr>
          <p:cNvPr id="20" name="Text 17"/>
          <p:cNvSpPr/>
          <p:nvPr/>
        </p:nvSpPr>
        <p:spPr>
          <a:xfrm>
            <a:off x="8076105" y="5568355"/>
            <a:ext cx="332751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Cloud Connectivity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76105" y="5869285"/>
            <a:ext cx="3327515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Enables centralized data access and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Working Principle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IoT Transmission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Health Sensors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Activity Sensing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GPS Location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Wearable On Pet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operates as a continuous closed loop — from data collection at the wearable device through cloud processing to real-time alerts — ensuring pet owners are always informed and ready to respond.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0598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Monitoring Dashboard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90055"/>
            <a:ext cx="5371966" cy="13240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5335" y="150524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34012" y="2004219"/>
            <a:ext cx="50268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Live Location Map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34012" y="2318941"/>
            <a:ext cx="50268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Pet location displayed on an interactive, real-time map interface.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8155" y="1390055"/>
            <a:ext cx="5372065" cy="132407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52016" y="1505248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330692" y="2004219"/>
            <a:ext cx="50269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Activity Metrics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330692" y="2318941"/>
            <a:ext cx="50269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Current activity levels and movement metrics updated continuously.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38847"/>
            <a:ext cx="5371966" cy="15467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5335" y="2954040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34012" y="3453011"/>
            <a:ext cx="50268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Health Statistics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34012" y="3767733"/>
            <a:ext cx="50268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Vital signs and health statistics presented in a clear visual format.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8155" y="2838847"/>
            <a:ext cx="5372065" cy="15467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52016" y="2954040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330692" y="3453011"/>
            <a:ext cx="50269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Movement History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330692" y="3767733"/>
            <a:ext cx="5026991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Historical activity trends and movement playback for behavioral analysis.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510286"/>
            <a:ext cx="5371966" cy="13240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255335" y="4625479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834012" y="5124450"/>
            <a:ext cx="50268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Geofencing Alerts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834012" y="5439172"/>
            <a:ext cx="50268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Instant alerts when the pet leaves designated safe zones.</a:t>
            </a:r>
            <a:endParaRPr lang="en-US" sz="12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8155" y="4510286"/>
            <a:ext cx="5372065" cy="132407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752016" y="4625479"/>
            <a:ext cx="1842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6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6330692" y="5124450"/>
            <a:ext cx="50269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Emergency Notifications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6330692" y="5439172"/>
            <a:ext cx="5026991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Critical health event notifications sent immediately to the owner.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61475" y="5974655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dashboard enables pet owners to remotely monitor their pets and respond quickly to unusual situations.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Location, Activity and Emergency Monitoring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2908995"/>
            <a:ext cx="5925096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These three integrated monitoring functions work together to provide comprehensive pet oversight: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221058" y="3072209"/>
            <a:ext cx="5315512" cy="931863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GPS location tracking with map visualization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Activity and movement analysis with pattern recognition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Health parameter monitoring for vital signs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Movement history tracking and playback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Geofencing alerts when pet leaves safe zones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Emergency notifications for critical health events</a:t>
            </a:r>
            <a:endParaRPr lang="en-US" sz="75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Remote monitoring by pet owners from any location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4060527"/>
            <a:ext cx="5315512" cy="256977"/>
          </a:xfrm>
          <a:prstGeom prst="roundRect">
            <a:avLst>
              <a:gd name="adj" fmla="val 5689"/>
            </a:avLst>
          </a:prstGeom>
          <a:solidFill>
            <a:srgbClr val="D4F7E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489" y="4138612"/>
            <a:ext cx="121738" cy="974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37658" y="4129980"/>
            <a:ext cx="5511067" cy="11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These functions help identify unusual situations and improve pet safety and well-being.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04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Benefits and Applications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2354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Benefits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2340868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331442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Improved Safety: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Continuous location and health tracking for enhanced animal security.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3323729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314303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Remote Monitoring: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Monitor pets from anywhere with real-time geofencing and alerts.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4306590"/>
            <a:ext cx="283461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5723" y="4297164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Faster Response: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Automatic notifications enable quicker reaction to unusual situations.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5289451"/>
            <a:ext cx="283461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23" y="5280025"/>
            <a:ext cx="45895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Pet Care: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Better understanding of activity patterns for enhanced care management.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6332776" y="182354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Target Applications</a:t>
            </a:r>
            <a:endParaRPr lang="en-US" sz="1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32776" y="2331442"/>
            <a:ext cx="2507394" cy="9749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521783" y="2520454"/>
            <a:ext cx="212938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Pet Owners &amp; Households</a:t>
            </a:r>
            <a:endParaRPr lang="en-US" sz="18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176" y="2331442"/>
            <a:ext cx="2507394" cy="97492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218183" y="2520454"/>
            <a:ext cx="212938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🏥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Veterinary Hospitals &amp; Clinics</a:t>
            </a:r>
            <a:endParaRPr lang="en-US" sz="18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32776" y="3495377"/>
            <a:ext cx="2507394" cy="127019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521783" y="3684389"/>
            <a:ext cx="2129380" cy="8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🐾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Animal Shelters &amp; Rescue Orgs</a:t>
            </a:r>
            <a:endParaRPr lang="en-US" sz="185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9176" y="3495377"/>
            <a:ext cx="2507394" cy="127019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218183" y="3684389"/>
            <a:ext cx="2129380" cy="8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🌾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Livestock Farms &amp; Agriculture</a:t>
            </a:r>
            <a:endParaRPr lang="en-US" sz="18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2776" y="4954588"/>
            <a:ext cx="5203794" cy="67964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521783" y="5143599"/>
            <a:ext cx="482578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Pet Care Organizations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1181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1178193" y="1351756"/>
            <a:ext cx="57801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Integrated Technology Stack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78193" y="1697038"/>
            <a:ext cx="578014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Combines wearable IoT technology, GPS, activity sensors, health sensors, IoT communication, and cloud connectivity into a unified system.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78193" y="2787452"/>
            <a:ext cx="57801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Comprehensive Monitoring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78193" y="3132733"/>
            <a:ext cx="578014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Enables continuous monitoring of pet location, activity, and health status with a centralized dashboard for live data, history, geofencing, and emergency alerts.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78193" y="4223147"/>
            <a:ext cx="578014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Enhanced Safety &amp; Well-Being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78193" y="4568428"/>
            <a:ext cx="578014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Empowers pet owners to monitor remotely and respond quickly — improving animal safety, health tracking, and smart pet care management.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09516" y="5638006"/>
            <a:ext cx="6048819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Using IoT technology to provide intelligent, continuous, and remote pet monitoring for enhanced safety and well-being.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5475288"/>
            <a:ext cx="19050" cy="821531"/>
          </a:xfrm>
          <a:prstGeom prst="roundRect">
            <a:avLst>
              <a:gd name="adj" fmla="val 49999"/>
            </a:avLst>
          </a:prstGeom>
          <a:solidFill>
            <a:srgbClr val="1C977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719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Twemoji Mozilla</vt:lpstr>
      <vt:lpstr>Inter Bold</vt:lpstr>
      <vt:lpstr>DM Sans SemiBold</vt:lpstr>
      <vt:lpstr>Arial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3</cp:revision>
  <dcterms:created xsi:type="dcterms:W3CDTF">2026-08-20T04:56:57Z</dcterms:created>
  <dcterms:modified xsi:type="dcterms:W3CDTF">2026-10-02T17:37:11Z</dcterms:modified>
</cp:coreProperties>
</file>